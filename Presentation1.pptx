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DB03-BD46-6F13-AE89-8402480B7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2857E-A852-DDFA-80AD-6FAEC4E0D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4A7A8-6067-DF7D-950E-1417C588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6B3CA-8229-F7BF-3618-AA596B97B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2F222-994A-423E-35A6-C2748F1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778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4CBCC-CA07-CC7B-D7A0-0165D387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414B-A737-9A79-6495-8D63EDC65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89618-AE54-E59F-95A1-B247854F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A3B1E-8A59-22FB-1FA1-7D9F3E12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80177-43A3-4EAC-91D1-BDA2C5CA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213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424A0-D603-AC60-EB92-4F9344F7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97224-791E-2589-8349-0871B9913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D250A-8CDF-511C-7A3D-17A04F65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150C5-5FCA-BBA1-82BD-A512EDCF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88BFB-831F-D100-7B7F-A392B47D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66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5A5C-BA94-61AF-9D87-BDD95EED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54224-A3AF-074C-AD81-1B14E415A2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722E4-5765-72A7-9DCF-45C54DC5E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9F0B1-E5D8-6764-5BF0-3DFE2BF0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28A55-3CDD-64B5-5F00-BD2C24DA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2D56B-F3A6-6E60-CAF0-C3759E38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2596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D29A-6C4E-1498-73F4-8B55E1AE4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2749B-FBC3-B5DC-6660-A30090B93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1486D-7220-F3C3-4D80-A91F0369D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2AD1F-2399-52F8-5F35-7B8FA2813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CF18A3-9EF3-938C-8E8C-55B5D2399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C280F-0881-FAE9-FA01-B1989BB8E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EF9D0-DCE6-E151-B675-9E00CA58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A861C-57DD-F1D3-DA7B-966EF393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03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1F500-3901-96DF-3814-6D478754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0E03C-2A4F-679C-668D-EFFC6436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54167-8F3B-6CDB-3696-9C6131B67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F099A-FDE5-479E-E5F9-440F3246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0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6691D-29B1-63A8-3937-CBF902AC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B71DD0-FED0-3CD3-4141-FF170868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A4F85-50EF-3795-9C6F-4EE775F75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633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93591-7986-AA9A-0280-8559E755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255F8-E5E6-DDAD-165E-A80A66C07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41992-1513-79F7-734C-1C3E60497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3808B-E87B-D9B5-113F-9E6BA980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46262-3D15-B404-88E4-6DE69EBE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002F6-6720-750E-A833-885F442D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8509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6DF7-8916-A2B5-DE9C-1749A93DD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994AE-7281-F342-00AB-4927486904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3DAF3-AD41-BCC0-0273-C39B23450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3EAC0-7F2F-ACE1-6E2D-212E1CDC1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66E12-400A-0EDB-C8DE-6A4DCF14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C81BF-F9AF-87B8-B3C5-D5A33C0E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720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3FD9-9C48-B3DD-A403-AA4DE243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3DE09-FB4D-8894-BC24-BF8CE21FF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EBE8E-94B1-9094-3D09-FA094084F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75809-EBB5-A2DF-0FF9-19A54F16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446EB-DAFA-0B02-A323-9543A4FD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441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09B33-AC4F-A767-9172-AA8126A54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7F7D2-15CB-3DFA-835F-268664FCB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BC3A3-7F8C-FEEB-E563-966B38D7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EA630-4508-42C1-FC7A-D7CDD3C2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97327-652F-6912-2CC4-3663E2F4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9120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F893B8-1997-23A3-09AD-3C80A317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57FF4-2A48-71A3-FD56-81192B2CD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E6925-C8B4-5C53-EDE6-CDD87C515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249F7-56B0-467E-942B-116F32CA2EF3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A9B8E-2485-7FB0-9BFD-99FA322C4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D32C8-ADC8-E9E4-CC78-F88D33853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35A8A6-D76C-457D-93E2-53A29F6C2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30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5E67E1-D527-2EDD-3060-5A14546FD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591871"/>
            <a:ext cx="5839691" cy="8753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C55E03-7571-1826-FF21-EBA89A0D6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3700" y="-406400"/>
            <a:ext cx="5448300" cy="726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6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E988-1B6D-B076-F0AC-B4A4730B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6741-2569-226B-405B-6A5F083E8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806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Margarete Breitenhuber</dc:creator>
  <cp:lastModifiedBy>Margarete Breitenhuber</cp:lastModifiedBy>
  <cp:revision>2</cp:revision>
  <dcterms:created xsi:type="dcterms:W3CDTF">2026-09-15T12:04:59Z</dcterms:created>
  <dcterms:modified xsi:type="dcterms:W3CDTF">2026-09-15T12:42:18Z</dcterms:modified>
</cp:coreProperties>
</file>